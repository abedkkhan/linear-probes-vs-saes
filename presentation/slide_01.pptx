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AF9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6949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CC785C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[  FINAL YEAR PROJECT  ·  2026  ]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" y="914400"/>
            <a:ext cx="694944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60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Opening the</a:t>
            </a:r>
            <a:endParaRPr lang="en-US" sz="6000" dirty="0"/>
          </a:p>
          <a:p>
            <a:pPr algn="l" indent="0" marL="0">
              <a:lnSpc>
                <a:spcPct val="95000"/>
              </a:lnSpc>
              <a:buNone/>
            </a:pPr>
            <a:r>
              <a:rPr lang="en-US" sz="60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Black Box</a:t>
            </a:r>
            <a:endParaRPr lang="en-US" sz="6000" dirty="0"/>
          </a:p>
        </p:txBody>
      </p:sp>
      <p:sp>
        <p:nvSpPr>
          <p:cNvPr id="4" name="Text 2"/>
          <p:cNvSpPr/>
          <p:nvPr/>
        </p:nvSpPr>
        <p:spPr>
          <a:xfrm>
            <a:off x="658368" y="3246120"/>
            <a:ext cx="69494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900" dirty="0">
                <a:solidFill>
                  <a:srgbClr val="6E6E6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Comparing Linear Probes and Sparse</a:t>
            </a:r>
            <a:endParaRPr lang="en-US" sz="190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1900" dirty="0">
                <a:solidFill>
                  <a:srgbClr val="6E6E6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Autoencoders for Understanding</a:t>
            </a:r>
            <a:endParaRPr lang="en-US" sz="190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1900" dirty="0">
                <a:solidFill>
                  <a:srgbClr val="6E6E6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Language Models</a:t>
            </a:r>
            <a:endParaRPr lang="en-US" sz="1900" dirty="0"/>
          </a:p>
        </p:txBody>
      </p:sp>
      <p:sp>
        <p:nvSpPr>
          <p:cNvPr id="5" name="Shape 3"/>
          <p:cNvSpPr/>
          <p:nvPr/>
        </p:nvSpPr>
        <p:spPr>
          <a:xfrm>
            <a:off x="658368" y="5166360"/>
            <a:ext cx="822960" cy="27432"/>
          </a:xfrm>
          <a:prstGeom prst="rect">
            <a:avLst/>
          </a:prstGeom>
          <a:solidFill>
            <a:srgbClr val="CC785C"/>
          </a:solidFill>
          <a:ln/>
        </p:spPr>
      </p:sp>
      <p:sp>
        <p:nvSpPr>
          <p:cNvPr id="6" name="Text 4"/>
          <p:cNvSpPr/>
          <p:nvPr/>
        </p:nvSpPr>
        <p:spPr>
          <a:xfrm>
            <a:off x="658368" y="5303520"/>
            <a:ext cx="6949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i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“We use AI everywhere — but we still don’t know how it thinks.”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40080" y="63550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200" kern="0" dirty="0">
                <a:solidFill>
                  <a:srgbClr val="6E6E6E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Aabid Karim   ·   ID 30468176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7863840" y="5029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300" kern="0" dirty="0">
                <a:solidFill>
                  <a:srgbClr val="CC785C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[  gemma-2-2b  ]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7863840" y="7772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E6E6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26 decoder layers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070848" y="1097280"/>
            <a:ext cx="329184" cy="3246120"/>
          </a:xfrm>
          <a:prstGeom prst="rect">
            <a:avLst/>
          </a:prstGeom>
          <a:solidFill>
            <a:srgbClr val="EFD4C8">
              <a:alpha val="75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7754112" y="1280160"/>
            <a:ext cx="0" cy="2432304"/>
          </a:xfrm>
          <a:prstGeom prst="line">
            <a:avLst/>
          </a:prstGeom>
          <a:noFill/>
          <a:ln w="15875">
            <a:solidFill>
              <a:srgbClr val="AFAAA0"/>
            </a:solidFill>
            <a:prstDash val="solid"/>
            <a:headEnd type="triangle"/>
            <a:tailEnd type="none"/>
          </a:ln>
        </p:spPr>
      </p:sp>
      <p:sp>
        <p:nvSpPr>
          <p:cNvPr id="12" name="Text 10"/>
          <p:cNvSpPr/>
          <p:nvPr/>
        </p:nvSpPr>
        <p:spPr>
          <a:xfrm>
            <a:off x="6839712" y="2359152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100" kern="0" dirty="0">
                <a:solidFill>
                  <a:srgbClr val="6E6E6E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forward pass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8138160" y="1188720"/>
            <a:ext cx="2194560" cy="310896"/>
          </a:xfrm>
          <a:prstGeom prst="rect">
            <a:avLst/>
          </a:prstGeom>
          <a:solidFill>
            <a:srgbClr val="EFECE4"/>
          </a:solidFill>
          <a:ln w="9525">
            <a:solidFill>
              <a:srgbClr val="D6D2C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138160" y="1188720"/>
            <a:ext cx="2194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spc="100" kern="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layer </a:t>
            </a:r>
            <a:pPr algn="ctr" indent="0" marL="0">
              <a:buNone/>
            </a:pPr>
            <a:r>
              <a:rPr lang="en-US" sz="1200" b="1" spc="100" kern="0" dirty="0">
                <a:solidFill>
                  <a:srgbClr val="1A1A1A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26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8138160" y="1572768"/>
            <a:ext cx="2194560" cy="310896"/>
          </a:xfrm>
          <a:prstGeom prst="rect">
            <a:avLst/>
          </a:prstGeom>
          <a:solidFill>
            <a:srgbClr val="EFECE4"/>
          </a:solidFill>
          <a:ln w="9525">
            <a:solidFill>
              <a:srgbClr val="D6D2C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138160" y="1572768"/>
            <a:ext cx="2194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spc="100" kern="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layer </a:t>
            </a:r>
            <a:pPr algn="ctr" indent="0" marL="0">
              <a:buNone/>
            </a:pPr>
            <a:r>
              <a:rPr lang="en-US" sz="1200" b="1" spc="100" kern="0" dirty="0">
                <a:solidFill>
                  <a:srgbClr val="1A1A1A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25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8138160" y="1956816"/>
            <a:ext cx="2194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AFAAA0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· · ·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8138160" y="2340864"/>
            <a:ext cx="2194560" cy="310896"/>
          </a:xfrm>
          <a:prstGeom prst="rect">
            <a:avLst/>
          </a:prstGeom>
          <a:solidFill>
            <a:srgbClr val="CC785C"/>
          </a:solidFill>
          <a:ln w="9525">
            <a:solidFill>
              <a:srgbClr val="CC785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138160" y="2340864"/>
            <a:ext cx="2194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spc="100" kern="0" dirty="0">
                <a:solidFill>
                  <a:srgbClr val="FAF9F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layer </a:t>
            </a:r>
            <a:pPr algn="ctr" indent="0" marL="0">
              <a:buNone/>
            </a:pPr>
            <a:r>
              <a:rPr lang="en-US" sz="1200" b="1" spc="100" kern="0" dirty="0">
                <a:solidFill>
                  <a:srgbClr val="FAF9F5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12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8138160" y="2724912"/>
            <a:ext cx="2194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AFAAA0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· · ·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8138160" y="3108960"/>
            <a:ext cx="2194560" cy="310896"/>
          </a:xfrm>
          <a:prstGeom prst="rect">
            <a:avLst/>
          </a:prstGeom>
          <a:solidFill>
            <a:srgbClr val="EFECE4"/>
          </a:solidFill>
          <a:ln w="9525">
            <a:solidFill>
              <a:srgbClr val="D6D2C7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138160" y="3108960"/>
            <a:ext cx="2194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spc="100" kern="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layer </a:t>
            </a:r>
            <a:pPr algn="ctr" indent="0" marL="0">
              <a:buNone/>
            </a:pPr>
            <a:r>
              <a:rPr lang="en-US" sz="1200" b="1" spc="100" kern="0" dirty="0">
                <a:solidFill>
                  <a:srgbClr val="1A1A1A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2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8138160" y="3493008"/>
            <a:ext cx="2194560" cy="310896"/>
          </a:xfrm>
          <a:prstGeom prst="rect">
            <a:avLst/>
          </a:prstGeom>
          <a:solidFill>
            <a:srgbClr val="EFECE4"/>
          </a:solidFill>
          <a:ln w="9525">
            <a:solidFill>
              <a:srgbClr val="D6D2C7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138160" y="3493008"/>
            <a:ext cx="2194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spc="100" kern="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layer </a:t>
            </a:r>
            <a:pPr algn="ctr" indent="0" marL="0">
              <a:buNone/>
            </a:pPr>
            <a:r>
              <a:rPr lang="en-US" sz="1200" b="1" spc="100" kern="0" dirty="0">
                <a:solidFill>
                  <a:srgbClr val="1A1A1A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1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10332720" y="2496312"/>
            <a:ext cx="201168" cy="0"/>
          </a:xfrm>
          <a:prstGeom prst="line">
            <a:avLst/>
          </a:prstGeom>
          <a:noFill/>
          <a:ln w="12700">
            <a:solidFill>
              <a:srgbClr val="CC785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0515600" y="2331720"/>
            <a:ext cx="13103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i="1" dirty="0">
                <a:solidFill>
                  <a:srgbClr val="CC78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we look here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10515600" y="2542032"/>
            <a:ext cx="1310335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6E6E6E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residual stream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0515600" y="2697480"/>
            <a:ext cx="1310335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6E6E6E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2304-dim vector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8138160" y="4005072"/>
            <a:ext cx="507492" cy="292608"/>
          </a:xfrm>
          <a:prstGeom prst="rect">
            <a:avLst/>
          </a:prstGeom>
          <a:solidFill>
            <a:srgbClr val="EFECE4"/>
          </a:solidFill>
          <a:ln w="9525">
            <a:solidFill>
              <a:srgbClr val="D6D2C7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138160" y="4005072"/>
            <a:ext cx="5074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the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8700516" y="4005072"/>
            <a:ext cx="507492" cy="292608"/>
          </a:xfrm>
          <a:prstGeom prst="rect">
            <a:avLst/>
          </a:prstGeom>
          <a:solidFill>
            <a:srgbClr val="EFECE4"/>
          </a:solidFill>
          <a:ln w="9525">
            <a:solidFill>
              <a:srgbClr val="D6D2C7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700516" y="4005072"/>
            <a:ext cx="5074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movie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9262872" y="4005072"/>
            <a:ext cx="507492" cy="292608"/>
          </a:xfrm>
          <a:prstGeom prst="rect">
            <a:avLst/>
          </a:prstGeom>
          <a:solidFill>
            <a:srgbClr val="EFECE4"/>
          </a:solidFill>
          <a:ln w="9525">
            <a:solidFill>
              <a:srgbClr val="D6D2C7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9262872" y="4005072"/>
            <a:ext cx="5074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was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9825228" y="4005072"/>
            <a:ext cx="507492" cy="292608"/>
          </a:xfrm>
          <a:prstGeom prst="rect">
            <a:avLst/>
          </a:prstGeom>
          <a:solidFill>
            <a:srgbClr val="EFECE4"/>
          </a:solidFill>
          <a:ln w="9525">
            <a:solidFill>
              <a:srgbClr val="D6D2C7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9825228" y="4005072"/>
            <a:ext cx="5074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great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8138160" y="4352544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6E6E6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input tokens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Opening the Black Box</dc:title>
  <dc:subject>PptxGenJS Presentation</dc:subject>
  <dc:creator>Aabid Karim</dc:creator>
  <cp:lastModifiedBy>Aabid Karim</cp:lastModifiedBy>
  <cp:revision>1</cp:revision>
  <dcterms:created xsi:type="dcterms:W3CDTF">2026-05-12T13:54:49Z</dcterms:created>
  <dcterms:modified xsi:type="dcterms:W3CDTF">2026-05-12T13:54:49Z</dcterms:modified>
</cp:coreProperties>
</file>