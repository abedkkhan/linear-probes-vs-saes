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BACKGROUND  ·  02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822960" cy="27432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83080" y="1920240"/>
            <a:ext cx="9768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models like GPT, Gemma, and Claude now generate impressive natural-language output across nearly every domain.</a:t>
            </a:r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(Brown et al., 2020; Team Gemma, 2024)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83080" y="2377440"/>
            <a:ext cx="9768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Yet despite their fluency, we still don’t understand what is happening inside their hidden layers.</a:t>
            </a:r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(Olah et al., 2020)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83080" y="2834640"/>
            <a:ext cx="9768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internal computations remain opaque — the original meaning of the phrase “black box”.</a:t>
            </a:r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(Räuker et al., 2023)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3291840"/>
            <a:ext cx="9768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Individual neurons are polysemantic: a single neuron can fire for many unrelated concepts at once.</a:t>
            </a:r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(Elhage et al., 2022)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83080" y="3749040"/>
            <a:ext cx="9768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makes it impossible to interpret, trust, or control these models reliably — a core obstacle for safety and deployment.</a:t>
            </a:r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(Bereska &amp; Gavves, 2024)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83080" y="4206240"/>
            <a:ext cx="9768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leading techniques have emerged to peek inside the residual stream: linear probes and sparse autoencoders.</a:t>
            </a:r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(Alain &amp; Bengio, 2017; Bricken et al., 2023)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773168"/>
            <a:ext cx="91440" cy="45720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727448"/>
            <a:ext cx="106829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which one actually works better?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" y="5550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C948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REFERENCES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" y="5751576"/>
            <a:ext cx="10911535" cy="10973"/>
          </a:xfrm>
          <a:prstGeom prst="rect">
            <a:avLst/>
          </a:prstGeom>
          <a:solidFill>
            <a:srgbClr val="9C948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870448"/>
            <a:ext cx="527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Alain, G., &amp; Bengio, Y. (2017). Understanding intermediate layers using linear classifier probes. ICLR Workshop.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78728" y="5870448"/>
            <a:ext cx="527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Bereska, L., &amp; Gavves, E. (2024). Mechanistic interpretability for AI safety: A review. TMLR.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6071616"/>
            <a:ext cx="527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Bricken, T., Templeton, A., Batson, J., et al. (2023). Towards monosemanticity: Decomposing language models with dictionary learning. Transformer Circuits Thread, Anthropic.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78728" y="6071616"/>
            <a:ext cx="527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Brown, T. B., Mann, B., Ryder, N., et al. (2020). Language models are few-shot learners. NeurIPS, 33, 1877–1901.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6272784"/>
            <a:ext cx="527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Elhage, N., Hume, T., Olsson, C., et al. (2022). Toy models of superposition. Transformer Circuits Thread, Anthropic.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78728" y="6272784"/>
            <a:ext cx="527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Olah, C., Cammarata, N., Schubert, L., et al. (2020). Zoom in: An introduction to circuits. Distill, 5(3).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527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Räuker, T., Ho, A., Casper, S., &amp; Hadfield-Menell, D. (2023). Toward transparent AI: A survey on interpreting the inner structures of deep neural networks. IEEE SaTML.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78728" y="6473952"/>
            <a:ext cx="527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Gemma. (2024). Gemma 2: Improving open language models at a practical size. Google DeepMind technical report.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  ·   ID 30468176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944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Problem</dc:title>
  <dc:subject>PptxGenJS Presentation</dc:subject>
  <dc:creator>Aabid Karim</dc:creator>
  <cp:lastModifiedBy>Aabid Karim</cp:lastModifiedBy>
  <cp:revision>1</cp:revision>
  <dcterms:created xsi:type="dcterms:W3CDTF">2026-05-12T15:05:28Z</dcterms:created>
  <dcterms:modified xsi:type="dcterms:W3CDTF">2026-05-12T15:05:28Z</dcterms:modified>
</cp:coreProperties>
</file>