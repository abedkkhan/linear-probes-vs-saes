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RESULTS  ·  LINEAR PROBE  ·  15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Probe — 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100%   ·   val 91.4%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92024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938" y="192024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199339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12538" y="257860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8892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precision &amp; 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92024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92024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397" y="199339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56397" y="257860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AUC-ROC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8892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near-perfect ranking quality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1" name="Image 0" descr="../results/plots/confusion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33756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864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Confusion matrix (test set, n = 500)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9184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4" name="Image 1" descr="../results/plots/roc_curve_te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9658" y="333756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864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ROC curve — AUC = 0.973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9184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7" name="Image 2" descr="../results/plots/score_distribution_tes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3517" y="333756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864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Probe scores cleanly separate positives &amp; negatives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5216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0" name="Text 25"/>
          <p:cNvSpPr/>
          <p:nvPr/>
        </p:nvSpPr>
        <p:spPr>
          <a:xfrm>
            <a:off x="841248" y="582472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is linearly separable at layer 12 — the probe finds a single direction that classifies unseen sentences at 92%.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Probe — Results</dc:title>
  <dc:subject>PptxGenJS Presentation</dc:subject>
  <dc:creator>Aabid Karim</dc:creator>
  <cp:lastModifiedBy>Aabid Karim</cp:lastModifiedBy>
  <cp:revision>1</cp:revision>
  <dcterms:created xsi:type="dcterms:W3CDTF">2026-05-13T08:37:57Z</dcterms:created>
  <dcterms:modified xsi:type="dcterms:W3CDTF">2026-05-13T08:37:57Z</dcterms:modified>
</cp:coreProperties>
</file>