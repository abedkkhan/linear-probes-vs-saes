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SAE DISCOVERY  ·  16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SAE — Finding the Sentiment Feature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16,384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FEATURES SEARCHED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SAE feature scored vs labels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#14733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 FEATURE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fires on negative sentiment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−0.50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CORRELATION (TRAIN)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|r| of any feature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1" name="Image 0" descr="../results/plots/all_feature_correlation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Distribution of correlations across all 16,384 features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4" name="Image 1" descr="../results/plots/sae_feature_correl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Top-20 features by |correlation| — #14733 leads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7" name="Image 2" descr="../results/plots/feature_14733_distribu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 14733 fires on negative test sentences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16,384 unsupervised features, one — #14733 — emerges as a sentiment detector, discovered with no labels.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— Finding the Sentiment Feature</dc:title>
  <dc:subject>PptxGenJS Presentation</dc:subject>
  <dc:creator>Aabid Karim</dc:creator>
  <cp:lastModifiedBy>Aabid Karim</cp:lastModifiedBy>
  <cp:revision>1</cp:revision>
  <dcterms:created xsi:type="dcterms:W3CDTF">2026-05-13T08:52:59Z</dcterms:created>
  <dcterms:modified xsi:type="dcterms:W3CDTF">2026-05-13T08:52:59Z</dcterms:modified>
</cp:coreProperties>
</file>