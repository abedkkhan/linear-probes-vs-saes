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RESULTS  ·  SAE CLASSIFIER  ·  17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SAE — Classifier Performance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77.4%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ACC · 1 FEATURE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#14733 alone, val-tuned cutoff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3938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3938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2538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89.8%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12538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ACC · TOP-100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2538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on top-100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7797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7" name="Text 15"/>
          <p:cNvSpPr/>
          <p:nvPr/>
        </p:nvSpPr>
        <p:spPr>
          <a:xfrm>
            <a:off x="8356397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56397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AUC · TOP-100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56397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near-perfect ranking from few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1" name="Image 0" descr="../results/plots/sae_single_confu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3291840"/>
            <a:ext cx="3332378" cy="2057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Single-feature confusion matrix (test set, n = 500)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83938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4" name="Image 1" descr="../results/plots/sae_topk_onl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9658" y="3291840"/>
            <a:ext cx="3332378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83938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accuracy grows as more SAE features are used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127797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7" name="Image 2" descr="../results/plots/sae_f1_auc_onl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3517" y="3291840"/>
            <a:ext cx="3332378" cy="2057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27797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F1 and AUC across K — same shape as accuracy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0080" y="5806440"/>
            <a:ext cx="64008" cy="32004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30" name="Text 25"/>
          <p:cNvSpPr/>
          <p:nvPr/>
        </p:nvSpPr>
        <p:spPr>
          <a:xfrm>
            <a:off x="841248" y="5779008"/>
            <a:ext cx="1071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SAE feature reaches 77% — adding a small cluster lifts it to ~90%. Sentiment is spread across a handful of features, not one.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0944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 — Classifier Performance</dc:title>
  <dc:subject>PptxGenJS Presentation</dc:subject>
  <dc:creator>Aabid Karim</dc:creator>
  <cp:lastModifiedBy>Aabid Karim</cp:lastModifiedBy>
  <cp:revision>1</cp:revision>
  <dcterms:created xsi:type="dcterms:W3CDTF">2026-05-13T08:58:24Z</dcterms:created>
  <dcterms:modified xsi:type="dcterms:W3CDTF">2026-05-13T08:58:24Z</dcterms:modified>
</cp:coreProperties>
</file>