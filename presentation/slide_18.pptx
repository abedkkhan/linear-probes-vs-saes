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9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  RESULTS  ·  HEAD-TO-HEAD  ·  18  ]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vs SAE — Head-to-Head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822960" cy="27432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868680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LINEAR PROBE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68680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supervised direction across 2,304 dims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3938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3938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2" name="Text 10"/>
          <p:cNvSpPr/>
          <p:nvPr/>
        </p:nvSpPr>
        <p:spPr>
          <a:xfrm>
            <a:off x="4612538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89.8%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4612538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SAE · TOP-100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612538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 unsupervised features, no labels used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8127797" y="1874520"/>
            <a:ext cx="3423818" cy="1097280"/>
          </a:xfrm>
          <a:prstGeom prst="rect">
            <a:avLst/>
          </a:prstGeom>
          <a:solidFill>
            <a:srgbClr val="EFECE4"/>
          </a:solidFill>
          <a:ln w="9525">
            <a:solidFill>
              <a:srgbClr val="D6D2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27797" y="1874520"/>
            <a:ext cx="64008" cy="109728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17" name="Text 15"/>
          <p:cNvSpPr/>
          <p:nvPr/>
        </p:nvSpPr>
        <p:spPr>
          <a:xfrm>
            <a:off x="8356397" y="1947672"/>
            <a:ext cx="30580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−2.2 pp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8356397" y="2532888"/>
            <a:ext cx="30580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400" kern="0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GAP · PROBE vs SAE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356397" y="2743200"/>
            <a:ext cx="30580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B5B5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probe wins by a narrow margin on accuracy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1" name="Image 0" descr="../results/plots/accuracy_comparison_ba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3291840"/>
            <a:ext cx="3332378" cy="205740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40080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Accuracy side-by-side across configurations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383938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4" name="Image 1" descr="../results/plots/sae_topk_vs_prob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29658" y="3291840"/>
            <a:ext cx="3332378" cy="205740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383938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SAE accuracy curve approaches the probe baseline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8127797" y="3246120"/>
            <a:ext cx="3423818" cy="21488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2C7"/>
            </a:solidFill>
            <a:prstDash val="solid"/>
          </a:ln>
        </p:spPr>
      </p:sp>
      <p:pic>
        <p:nvPicPr>
          <p:cNvPr id="27" name="Image 2" descr="../results/plots/f1_auc_comparison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73517" y="3291840"/>
            <a:ext cx="3332378" cy="205740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8127797" y="544068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F1 and AUC — same gap, same shape</a:t>
            </a:r>
            <a:endParaRPr lang="en-US" sz="900" dirty="0"/>
          </a:p>
        </p:txBody>
      </p:sp>
      <p:sp>
        <p:nvSpPr>
          <p:cNvPr id="29" name="Shape 24"/>
          <p:cNvSpPr/>
          <p:nvPr/>
        </p:nvSpPr>
        <p:spPr>
          <a:xfrm>
            <a:off x="640080" y="5806440"/>
            <a:ext cx="64008" cy="320040"/>
          </a:xfrm>
          <a:prstGeom prst="rect">
            <a:avLst/>
          </a:prstGeom>
          <a:solidFill>
            <a:srgbClr val="CC785C"/>
          </a:solidFill>
          <a:ln/>
        </p:spPr>
      </p:sp>
      <p:sp>
        <p:nvSpPr>
          <p:cNvPr id="30" name="Text 25"/>
          <p:cNvSpPr/>
          <p:nvPr/>
        </p:nvSpPr>
        <p:spPr>
          <a:xfrm>
            <a:off x="841248" y="5779008"/>
            <a:ext cx="107103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probe wins on accuracy by ~2 pp; the SAE wins on interpretability — each feature can be named, ranked, and inspected.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4008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200" kern="0" dirty="0">
                <a:solidFill>
                  <a:srgbClr val="5B5B5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Aabid Karim   ·   ID 30468176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094415" y="64922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CC785C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Probe vs SAE — Head-to-Head</dc:title>
  <dc:subject>PptxGenJS Presentation</dc:subject>
  <dc:creator>Aabid Karim</dc:creator>
  <cp:lastModifiedBy>Aabid Karim</cp:lastModifiedBy>
  <cp:revision>1</cp:revision>
  <dcterms:created xsi:type="dcterms:W3CDTF">2026-05-13T09:11:07Z</dcterms:created>
  <dcterms:modified xsi:type="dcterms:W3CDTF">2026-05-13T09:11:07Z</dcterms:modified>
</cp:coreProperties>
</file>