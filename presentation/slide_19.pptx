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RESULTS  ·  DIRECTION ALIGNMENT  ·  19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the two methods point the same way?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cos(W,  SAE #14733)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correct · moderate magnitude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3938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12538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RANDOM BASELINE |cos|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floor across 1,000 random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397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13×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56397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SIGNAL OVER NOISE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is real, not coincidence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1" name="Image 0" descr="../results/plots/sae_all_cosines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29184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Cosines across all 16,384 SAE features · #14733 marked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4" name="Image 1" descr="../results/plots/sae_cosine_alignm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9658" y="329184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Top-20 features by training |corr| — clear alignment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7" name="Image 2" descr="../results/plots/sae_correlation_vs_alignmen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3517" y="329184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|correlation| vs |cosine| — two methods agree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0644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30" name="Text 25"/>
          <p:cNvSpPr/>
          <p:nvPr/>
        </p:nvSpPr>
        <p:spPr>
          <a:xfrm>
            <a:off x="841248" y="577900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methods point in the same general direction — alignment is real, but no single SAE feature is the probe direction.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Direction Alignment — Probe vs SAE</dc:title>
  <dc:subject>PptxGenJS Presentation</dc:subject>
  <dc:creator>Aabid Karim</dc:creator>
  <cp:lastModifiedBy>Aabid Karim</cp:lastModifiedBy>
  <cp:revision>1</cp:revision>
  <dcterms:created xsi:type="dcterms:W3CDTF">2026-05-13T09:14:05Z</dcterms:created>
  <dcterms:modified xsi:type="dcterms:W3CDTF">2026-05-13T09:14:05Z</dcterms:modified>
</cp:coreProperties>
</file>