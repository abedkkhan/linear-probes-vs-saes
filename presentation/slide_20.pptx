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LIMITATIONS  ·  CONCLUSION  ·  20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found — and where it stops.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822960" cy="2743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experiments tell 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70168" y="2011680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70168" y="2286000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this work does not cover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91276" y="2011680"/>
            <a:ext cx="9144" cy="4023360"/>
          </a:xfrm>
          <a:prstGeom prst="rect">
            <a:avLst/>
          </a:prstGeom>
          <a:solidFill>
            <a:srgbClr val="D6D2C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770632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is linear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at Gemma layer 12 — both methods recover the same concept as a single direction.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558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33756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 wins on accuracy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92.0% vs 89.8% — supervised training beats unsupervised features by ~2 pp.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9227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904488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is distributed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in the SAE basis — ~5–100 features carry the signal, not one alone.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4897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471416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Directions agree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|cos(w, top SAE)| ≈ 0.22, 13× above the random baseline — same concept, two views.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056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5038344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trade-off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probes for accuracy, SAEs for individual-feature interpretability.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70168" y="27889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81648" y="2770632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dataset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SST-2 sentiment only — findings may not transfer to other concepts.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70168" y="33558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81648" y="333756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layer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Layer 12 of 26 — other layers may favour each method differently.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70168" y="39227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81648" y="3904488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model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Gemma 2 2B — larger models or other families could shift the gap.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70168" y="44897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81648" y="4471416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SAE variant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Width 16K, canonical sparsity — wider SAEs (65K, 1M) may close the gap.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70168" y="5056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81648" y="5038344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choices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BOS dropping &amp; mean-pooling were fixed early — not ablated systematically.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989320"/>
            <a:ext cx="91440" cy="36576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952744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methods see the same model — they just describe it differently.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44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Limitations &amp; Conclusion</dc:title>
  <dc:subject>PptxGenJS Presentation</dc:subject>
  <dc:creator>Aabid Karim</dc:creator>
  <cp:lastModifiedBy>Aabid Karim</cp:lastModifiedBy>
  <cp:revision>1</cp:revision>
  <dcterms:created xsi:type="dcterms:W3CDTF">2026-05-13T13:25:57Z</dcterms:created>
  <dcterms:modified xsi:type="dcterms:W3CDTF">2026-05-13T13:25:57Z</dcterms:modified>
</cp:coreProperties>
</file>